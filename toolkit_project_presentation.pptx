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Unified Ethical Hacking Toolkit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 GUI-based project that integrates common ethical hacking tools into one user-friendly system for beginners.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Abstract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This toolkit helps beginners understand ethical hacking concepts by providing one-click access to powerful tools like Nmap, Subfinder, and Nuclei.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Port scanning with Nmap</a:t>
            </a:r>
          </a:p>
          <a:p>
            <a:r>
              <a:t>- Subdomain enumeration with Subfinder</a:t>
            </a:r>
          </a:p>
          <a:p>
            <a:r>
              <a:t>- Vulnerability scanning with Nuclei</a:t>
            </a:r>
          </a:p>
          <a:p>
            <a:r>
              <a:t>- GUI built with Python tkinter</a:t>
            </a:r>
          </a:p>
          <a:p>
            <a:r>
              <a:t>- Easy tool installation via bash script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Tools Used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Python 3</a:t>
            </a:r>
          </a:p>
          <a:p>
            <a:r>
              <a:t>- Tkinter (for GUI)</a:t>
            </a:r>
          </a:p>
          <a:p>
            <a:r>
              <a:t>- Nmap</a:t>
            </a:r>
          </a:p>
          <a:p>
            <a:r>
              <a:t>- Subfinder</a:t>
            </a:r>
          </a:p>
          <a:p>
            <a:r>
              <a:t>- Nuclei</a:t>
            </a:r>
          </a:p>
          <a:p>
            <a:r>
              <a:t>- Assetfinder</a:t>
            </a:r>
          </a:p>
          <a:p>
            <a:r>
              <a:t>- Httprobe</a:t>
            </a:r>
          </a:p>
          <a:p>
            <a:r>
              <a:t>- crt.sh</a:t>
            </a:r>
          </a:p>
          <a:p>
            <a:r>
              <a:t>- Subzy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Setup Instructions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Extract the zip file</a:t>
            </a:r>
          </a:p>
          <a:p>
            <a:r>
              <a:t>2. Run: chmod +x install_tools.sh</a:t>
            </a:r>
          </a:p>
          <a:p>
            <a:r>
              <a:t>3. Execute: ./install_tools.sh</a:t>
            </a:r>
          </a:p>
          <a:p>
            <a:r>
              <a:t>4. Launch GUI: python3 gui_launcher.py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Learning Outcome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Hands-on with cybersecurity tools</a:t>
            </a:r>
          </a:p>
          <a:p>
            <a:r>
              <a:t>- Real-world recon and scanning techniques</a:t>
            </a:r>
          </a:p>
          <a:p>
            <a:r>
              <a:t>- Understand vulnerability scanning logic</a:t>
            </a:r>
          </a:p>
          <a:p>
            <a:r>
              <a:t>- Comfort with tool automation and GUI development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This project simplifies the ethical hacking learning curve and provides a strong foundation for practical cybersecurity exploration.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